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65" r:id="rId3"/>
    <p:sldId id="259" r:id="rId4"/>
    <p:sldId id="270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17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75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96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25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23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395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93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544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060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003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77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41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04596-AA35-8EE0-DAE7-243903B38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ru-RU" sz="6200" err="1"/>
              <a:t>Нейропроект</a:t>
            </a:r>
            <a:r>
              <a:rPr lang="ru-RU" sz="6200"/>
              <a:t> «Словарь тающих смыслов»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91E757-0E56-1592-6522-BF6DB9DE4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tx1">
                    <a:lumMod val="85000"/>
                    <a:lumOff val="15000"/>
                  </a:schemeClr>
                </a:solidFill>
              </a:rPr>
              <a:t>Стрельбицкий Илья 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P3413</a:t>
            </a:r>
            <a:endParaRPr lang="ru-RU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Изображение выглядит как Детское искусство, офисные принадлежности, Красочность, пишущий прибо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166188-A46A-6858-F1C2-A6711FBF90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85" r="1864" b="-1"/>
          <a:stretch>
            <a:fillRect/>
          </a:stretch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74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931D3-533C-0D26-F8B2-E55A1DB50012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91592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Инструменты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B28941-A36C-A264-69CB-2AEA81FF029C}"/>
              </a:ext>
            </a:extLst>
          </p:cNvPr>
          <p:cNvSpPr txBox="1">
            <a:spLocks/>
          </p:cNvSpPr>
          <p:nvPr/>
        </p:nvSpPr>
        <p:spPr>
          <a:xfrm>
            <a:off x="1066800" y="978196"/>
            <a:ext cx="10058400" cy="1467292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000" dirty="0"/>
              <a:t> Написание сюжета и текста – </a:t>
            </a:r>
            <a:r>
              <a:rPr lang="en-US" sz="2000" dirty="0" err="1"/>
              <a:t>Deepseek</a:t>
            </a:r>
            <a:endParaRPr lang="ru-RU" sz="20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000" dirty="0"/>
              <a:t> Модель для генерации видео – </a:t>
            </a:r>
            <a:r>
              <a:rPr lang="en-US" sz="2000" dirty="0"/>
              <a:t>Sora 2 Free (Beta)</a:t>
            </a:r>
            <a:endParaRPr lang="ru-RU" sz="20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000" dirty="0"/>
              <a:t> Используемый сервис для генерации видео – </a:t>
            </a:r>
            <a:r>
              <a:rPr lang="en-US" sz="2000" dirty="0"/>
              <a:t>mindvideo.ai</a:t>
            </a:r>
          </a:p>
        </p:txBody>
      </p:sp>
      <p:pic>
        <p:nvPicPr>
          <p:cNvPr id="4" name="Рисунок 3" descr="Изображение выглядит как снимок экрана, текст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C2FA57A-9484-A2C9-C734-662683878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6" y="2541182"/>
            <a:ext cx="9009504" cy="388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72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478AEAE-06FB-B390-5B8B-096E1E890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19" y="1114896"/>
            <a:ext cx="10047767" cy="5279579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32F809E-90DC-1988-96F4-3A83C6C806A9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91592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dirty="0"/>
              <a:t>Озвучка – </a:t>
            </a:r>
            <a:r>
              <a:rPr lang="en-US" sz="4800" dirty="0"/>
              <a:t>narakeet.com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2121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9BE1804-3635-4FB5-2544-66D303D79379}"/>
              </a:ext>
            </a:extLst>
          </p:cNvPr>
          <p:cNvSpPr txBox="1">
            <a:spLocks/>
          </p:cNvSpPr>
          <p:nvPr/>
        </p:nvSpPr>
        <p:spPr>
          <a:xfrm>
            <a:off x="1086647" y="112986"/>
            <a:ext cx="10853715" cy="84044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Создание секвенции изображений и видео:</a:t>
            </a:r>
          </a:p>
          <a:p>
            <a:r>
              <a:rPr lang="en-US" sz="2800" dirty="0"/>
              <a:t>online-video-cutter.com</a:t>
            </a:r>
            <a:endParaRPr lang="ru-RU" sz="2800" dirty="0"/>
          </a:p>
        </p:txBody>
      </p:sp>
      <p:pic>
        <p:nvPicPr>
          <p:cNvPr id="4" name="Рисунок 3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0F08CA-7258-AE02-9A29-B7CAC8841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7052"/>
            <a:ext cx="12176432" cy="528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388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54C5E-D28E-F2C6-DAC6-C4C4CB1E4301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Концепт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5482C8-1D77-85B7-0A6A-6C75D8CEC1A4}"/>
              </a:ext>
            </a:extLst>
          </p:cNvPr>
          <p:cNvSpPr txBox="1">
            <a:spLocks/>
          </p:cNvSpPr>
          <p:nvPr/>
        </p:nvSpPr>
        <p:spPr>
          <a:xfrm>
            <a:off x="1066800" y="1011981"/>
            <a:ext cx="10058400" cy="376089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/>
              <a:t>Идея: Сон в стиле Дали, где реальность — это язык метафор.</a:t>
            </a:r>
          </a:p>
        </p:txBody>
      </p:sp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DE24EC3-9AC6-5A28-2B1E-29651011D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9183"/>
            <a:ext cx="12192000" cy="398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4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8DBDE-FFFC-7371-E0C9-190B73EE5A3C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Сценарий</a:t>
            </a:r>
          </a:p>
        </p:txBody>
      </p:sp>
      <p:pic>
        <p:nvPicPr>
          <p:cNvPr id="3" name="Объект 4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D3999A-1179-5395-5F41-1F536E01C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86" y="1254642"/>
            <a:ext cx="6029525" cy="48281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F1F3A8-FD65-ED7E-BCF3-3F586310CC4D}"/>
              </a:ext>
            </a:extLst>
          </p:cNvPr>
          <p:cNvSpPr txBox="1"/>
          <p:nvPr/>
        </p:nvSpPr>
        <p:spPr>
          <a:xfrm>
            <a:off x="6626211" y="1254642"/>
            <a:ext cx="5409845" cy="39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Название:</a:t>
            </a:r>
            <a:r>
              <a:rPr lang="ru-RU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«Словарь тающих смыслов»</a:t>
            </a:r>
            <a:br>
              <a:rPr lang="ru-RU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ru-RU" sz="1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Лейтмотив:</a:t>
            </a:r>
            <a:r>
              <a:rPr lang="ru-RU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Память и идентичность распадаются на архипелаг символов. Главный герой — не человек, а </a:t>
            </a:r>
            <a:r>
              <a:rPr lang="ru-RU" sz="1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Наблюдатель</a:t>
            </a:r>
            <a:r>
              <a:rPr lang="ru-RU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— пытается составить карту территории своего сна, где каждый объект является знаком, отсылающим к другому знаку.</a:t>
            </a:r>
            <a:br>
              <a:rPr lang="ru-RU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ru-RU" sz="1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Структура:</a:t>
            </a:r>
            <a:r>
              <a:rPr lang="ru-RU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24 кадра-метафоры по 5 секунд. Склейка должна имитировать </a:t>
            </a:r>
            <a:r>
              <a:rPr lang="ru-RU" sz="1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скачкообразную работу сознания</a:t>
            </a:r>
            <a:r>
              <a:rPr lang="ru-RU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резкие смены, наплывы, повторы.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dirty="0">
                <a:latin typeface="Aptos" panose="020B0004020202020204" pitchFamily="34" charset="0"/>
              </a:rPr>
              <a:t>Длина каждого генерируемого видео 15 секунд, поэтому 3 </a:t>
            </a:r>
            <a:r>
              <a:rPr lang="ru-RU" dirty="0" err="1">
                <a:latin typeface="Aptos" panose="020B0004020202020204" pitchFamily="34" charset="0"/>
              </a:rPr>
              <a:t>промпта</a:t>
            </a:r>
            <a:r>
              <a:rPr lang="ru-RU" dirty="0">
                <a:latin typeface="Aptos" panose="020B0004020202020204" pitchFamily="34" charset="0"/>
              </a:rPr>
              <a:t> склеивались в один</a:t>
            </a:r>
          </a:p>
        </p:txBody>
      </p:sp>
    </p:spTree>
    <p:extLst>
      <p:ext uri="{BB962C8B-B14F-4D97-AF65-F5344CB8AC3E}">
        <p14:creationId xmlns:p14="http://schemas.microsoft.com/office/powerpoint/2010/main" val="3084432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874CA-7164-9D7B-77EB-462D3B953616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400" dirty="0"/>
              <a:t>💎Ключевые метафоры и их смысл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A711F0-D011-F139-3096-338EF589FD38}"/>
              </a:ext>
            </a:extLst>
          </p:cNvPr>
          <p:cNvSpPr txBox="1">
            <a:spLocks/>
          </p:cNvSpPr>
          <p:nvPr/>
        </p:nvSpPr>
        <p:spPr>
          <a:xfrm>
            <a:off x="725140" y="1105786"/>
            <a:ext cx="11275474" cy="520995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• Книга из пепла / Кожаная карта: Память и самоидентификация как нестабильные, рассыпающиеся тексты.</a:t>
            </a:r>
          </a:p>
          <a:p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• Часы из кости в груди: Внутреннее, биологическое время, противостоящее механическому. Время как часть </a:t>
            </a:r>
            <a:r>
              <a:rPr lang="ru-RU" sz="1800" dirty="0" err="1">
                <a:solidFill>
                  <a:schemeClr val="tx1"/>
                </a:solidFill>
                <a:latin typeface="Aptos" panose="020B0004020202020204" pitchFamily="34" charset="0"/>
              </a:rPr>
              <a:t>плоти</a:t>
            </a:r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, подверженная распаду.</a:t>
            </a:r>
          </a:p>
          <a:p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• Поезд из бархата / гусеница из ушей: Ожидание («поезд») как нечто мягкое, неосязаемое и в итоге превращающееся в орган восприятия («уши»), который тонет в молчании. Критика внешнего шума.</a:t>
            </a:r>
          </a:p>
          <a:p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• Сфера-зеркало, сливающая Наблюдателя и Архивариуса: Метафора осознания себя как творца и артефакта своего же сна. Свет проектора — это свет сознания, освещающего само себя.</a:t>
            </a:r>
          </a:p>
          <a:p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• Рыба-словарь, становящаяся запятой: Язык и поиск смысла бесконечны. Итог не точка, а запятая — указание на продолжение, на следующую мысль, на незавершенность.</a:t>
            </a:r>
          </a:p>
          <a:p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• Финал: глаз из галактик, закрывающийся на цвет холста: Вселенная сна растворяется, обнажая основу — чистую возможность творчества (холст). Сон заканчивается, чтобы могло начаться искусство.</a:t>
            </a:r>
          </a:p>
          <a:p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Этот сценарий — не линейная история, а поэма в образах, где стиль Дали становится не просто эстетикой, а языком для выражения метафизических тем.</a:t>
            </a:r>
          </a:p>
        </p:txBody>
      </p:sp>
    </p:spTree>
    <p:extLst>
      <p:ext uri="{BB962C8B-B14F-4D97-AF65-F5344CB8AC3E}">
        <p14:creationId xmlns:p14="http://schemas.microsoft.com/office/powerpoint/2010/main" val="3114358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09B78-90BC-E145-DA8D-3022A0EF5C1D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Спасибо за внимание!</a:t>
            </a:r>
          </a:p>
        </p:txBody>
      </p:sp>
      <p:pic>
        <p:nvPicPr>
          <p:cNvPr id="1028" name="Picture 4" descr="тралалело тралала">
            <a:extLst>
              <a:ext uri="{FF2B5EF4-FFF2-40B4-BE49-F238E27FC236}">
                <a16:creationId xmlns:a16="http://schemas.microsoft.com/office/drawing/2014/main" id="{77293380-278D-8CCA-78DD-B10BD7A27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1054513"/>
            <a:ext cx="8654902" cy="535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2564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357</Words>
  <Application>Microsoft Office PowerPoint</Application>
  <PresentationFormat>Широкоэкранный</PresentationFormat>
  <Paragraphs>23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Aptos</vt:lpstr>
      <vt:lpstr>Arial</vt:lpstr>
      <vt:lpstr>Bookman Old Style</vt:lpstr>
      <vt:lpstr>Calibri</vt:lpstr>
      <vt:lpstr>Franklin Gothic Book</vt:lpstr>
      <vt:lpstr>RetrospectVTI</vt:lpstr>
      <vt:lpstr>Нейропроект «Словарь тающих смыслов»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Стрельбицкий Илья Павлович</dc:creator>
  <cp:lastModifiedBy>Стрельбицкий Илья Павлович</cp:lastModifiedBy>
  <cp:revision>19</cp:revision>
  <dcterms:created xsi:type="dcterms:W3CDTF">2025-12-23T20:39:38Z</dcterms:created>
  <dcterms:modified xsi:type="dcterms:W3CDTF">2026-01-29T09:24:12Z</dcterms:modified>
</cp:coreProperties>
</file>